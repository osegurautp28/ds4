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7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4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74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1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5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03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3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0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55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6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5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uplementos deportivos — Bien Comer®">
            <a:extLst>
              <a:ext uri="{FF2B5EF4-FFF2-40B4-BE49-F238E27FC236}">
                <a16:creationId xmlns:a16="http://schemas.microsoft.com/office/drawing/2014/main" id="{2B7C8BFD-AAAE-08B2-591E-39BBEC838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2"/>
          <a:stretch>
            <a:fillRect/>
          </a:stretch>
        </p:blipFill>
        <p:spPr bwMode="auto">
          <a:xfrm>
            <a:off x="-2" y="-2"/>
            <a:ext cx="12192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2E599D-074F-8E0A-6640-83924674E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Tienda de Suplementos OG Fit</a:t>
            </a:r>
            <a:endParaRPr lang="es-PA" sz="60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61F9F0-D488-4F67-9AED-0D15077F1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Sistema de Inventario</a:t>
            </a:r>
            <a:endParaRPr lang="es-PA" sz="2400" b="1">
              <a:solidFill>
                <a:srgbClr val="FFFFFF"/>
              </a:solidFill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16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4C25D-69A4-3CDF-9024-3C86D573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14615"/>
            <a:ext cx="7141169" cy="545591"/>
          </a:xfrm>
        </p:spPr>
        <p:txBody>
          <a:bodyPr>
            <a:noAutofit/>
          </a:bodyPr>
          <a:lstStyle/>
          <a:p>
            <a:r>
              <a:rPr lang="en-US" sz="3200" dirty="0"/>
              <a:t>Diagrama de Arquitectura Original:</a:t>
            </a:r>
            <a:endParaRPr lang="es-PA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A9DC49-DE26-10C9-732A-23C0B80E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45" y="1479141"/>
            <a:ext cx="9592477" cy="464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F134D-4853-C20A-6345-CBF74244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9"/>
            <a:ext cx="9173398" cy="614418"/>
          </a:xfrm>
        </p:spPr>
        <p:txBody>
          <a:bodyPr>
            <a:normAutofit fontScale="90000"/>
          </a:bodyPr>
          <a:lstStyle/>
          <a:p>
            <a:r>
              <a:rPr lang="en-US" dirty="0"/>
              <a:t>Diagrama de Arquitectura Final:</a:t>
            </a:r>
            <a:endParaRPr lang="es-PA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CE45D3-AC63-D890-1B27-A49D43300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713" y="1685412"/>
            <a:ext cx="7434416" cy="49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15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56006-4478-C3C6-F917-ED684086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Diagrama de base de datos</a:t>
            </a:r>
            <a:endParaRPr lang="es-PA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622816-ED19-C7AF-DA0A-9696C6D7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817" y="1642806"/>
            <a:ext cx="7336094" cy="489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96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30A431-5000-CB79-050A-B303F62BA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245" y="1574125"/>
            <a:ext cx="3425157" cy="49399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633BD61-014B-DADC-CEE9-1369101D6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600" y="1499068"/>
            <a:ext cx="2731856" cy="493998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0AD90E5-1427-3D60-BAB4-CB78E97D9B29}"/>
              </a:ext>
            </a:extLst>
          </p:cNvPr>
          <p:cNvSpPr txBox="1"/>
          <p:nvPr/>
        </p:nvSpPr>
        <p:spPr>
          <a:xfrm>
            <a:off x="1828800" y="845574"/>
            <a:ext cx="307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API</a:t>
            </a:r>
            <a:endParaRPr lang="es-PA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971B54-39C2-CADC-D97D-FB9E6C026B46}"/>
              </a:ext>
            </a:extLst>
          </p:cNvPr>
          <p:cNvSpPr txBox="1"/>
          <p:nvPr/>
        </p:nvSpPr>
        <p:spPr>
          <a:xfrm>
            <a:off x="7004778" y="964183"/>
            <a:ext cx="307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WEB FORM</a:t>
            </a:r>
            <a:endParaRPr lang="es-PA" b="1" dirty="0"/>
          </a:p>
        </p:txBody>
      </p:sp>
    </p:spTree>
    <p:extLst>
      <p:ext uri="{BB962C8B-B14F-4D97-AF65-F5344CB8AC3E}">
        <p14:creationId xmlns:p14="http://schemas.microsoft.com/office/powerpoint/2010/main" val="211175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6E76D5F-A946-A226-1813-92B26A418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7" y="1087172"/>
            <a:ext cx="11218607" cy="555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3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1C3265-E503-69DF-E6D0-AA0FDD4C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75" y="1280812"/>
            <a:ext cx="8570394" cy="507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21469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26</Words>
  <Application>Microsoft Office PowerPoint</Application>
  <PresentationFormat>Panorámica</PresentationFormat>
  <Paragraphs>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Tienda de Suplementos OG Fit</vt:lpstr>
      <vt:lpstr>Diagrama de Arquitectura Original:</vt:lpstr>
      <vt:lpstr>Diagrama de Arquitectura Final:</vt:lpstr>
      <vt:lpstr>Diagrama de base de datos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SEGURA</dc:creator>
  <cp:lastModifiedBy>OMAR SEGURA</cp:lastModifiedBy>
  <cp:revision>1</cp:revision>
  <dcterms:created xsi:type="dcterms:W3CDTF">2025-12-16T21:28:25Z</dcterms:created>
  <dcterms:modified xsi:type="dcterms:W3CDTF">2025-12-16T23:18:08Z</dcterms:modified>
</cp:coreProperties>
</file>